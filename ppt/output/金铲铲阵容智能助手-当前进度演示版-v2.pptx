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dcba9935c54718" /><Relationship Type="http://schemas.openxmlformats.org/officeDocument/2006/relationships/extended-properties" Target="/docProps/app.xml" Id="R594286f28ec942ed" /><Relationship Type="http://schemas.openxmlformats.org/officeDocument/2006/relationships/officeDocument" Target="/ppt/presentation.xml" Id="R1f37f2a3b71d47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948c0339674004"/>
  </p:sldMasterIdLst>
  <p:notesMasterIdLst>
    <p:notesMasterId xmlns:r="http://schemas.openxmlformats.org/officeDocument/2006/relationships" r:id="R832616f29c854478"/>
  </p:notesMasterIdLst>
  <p:sldIdLst>
    <p:sldId xmlns:r="http://schemas.openxmlformats.org/officeDocument/2006/relationships" id="256" r:id="R55cf4a07fefa489b"/>
    <p:sldId xmlns:r="http://schemas.openxmlformats.org/officeDocument/2006/relationships" id="257" r:id="Re7026311ae0749c7"/>
    <p:sldId xmlns:r="http://schemas.openxmlformats.org/officeDocument/2006/relationships" id="258" r:id="R1bdac51f2dc74339"/>
    <p:sldId xmlns:r="http://schemas.openxmlformats.org/officeDocument/2006/relationships" id="259" r:id="R205cb62d702c4286"/>
    <p:sldId xmlns:r="http://schemas.openxmlformats.org/officeDocument/2006/relationships" id="260" r:id="R45217b492b3346ef"/>
    <p:sldId xmlns:r="http://schemas.openxmlformats.org/officeDocument/2006/relationships" id="261" r:id="R0ec58d83537b45b6"/>
    <p:sldId xmlns:r="http://schemas.openxmlformats.org/officeDocument/2006/relationships" id="262" r:id="Rc6ea4622bbbc491d"/>
    <p:sldId xmlns:r="http://schemas.openxmlformats.org/officeDocument/2006/relationships" id="263" r:id="Rb26e37ddcfd24540"/>
    <p:sldId xmlns:r="http://schemas.openxmlformats.org/officeDocument/2006/relationships" id="264" r:id="R176ed370ff84451b"/>
    <p:sldId xmlns:r="http://schemas.openxmlformats.org/officeDocument/2006/relationships" id="265" r:id="R32ae1869225b40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c009037af14d92" /><Relationship Type="http://schemas.openxmlformats.org/officeDocument/2006/relationships/slideMaster" Target="/ppt/slideMasters/slideMaster1.xml" Id="R0d948c0339674004" /><Relationship Type="http://schemas.openxmlformats.org/officeDocument/2006/relationships/notesMaster" Target="/ppt/notesMasters/notesMaster1.xml" Id="R832616f29c854478" /><Relationship Type="http://schemas.openxmlformats.org/officeDocument/2006/relationships/presProps" Target="/ppt/presProps.xml" Id="R3ad50a5640c444e6" /><Relationship Type="http://schemas.openxmlformats.org/officeDocument/2006/relationships/tableStyles" Target="/ppt/tableStyles.xml" Id="Rbaff447ef3d6460b" /><Relationship Type="http://schemas.openxmlformats.org/officeDocument/2006/relationships/slide" Target="/ppt/slides/slide1.xml" Id="R55cf4a07fefa489b" /><Relationship Type="http://schemas.openxmlformats.org/officeDocument/2006/relationships/slide" Target="/ppt/slides/slide2.xml" Id="Re7026311ae0749c7" /><Relationship Type="http://schemas.openxmlformats.org/officeDocument/2006/relationships/slide" Target="/ppt/slides/slide3.xml" Id="R1bdac51f2dc74339" /><Relationship Type="http://schemas.openxmlformats.org/officeDocument/2006/relationships/slide" Target="/ppt/slides/slide4.xml" Id="R205cb62d702c4286" /><Relationship Type="http://schemas.openxmlformats.org/officeDocument/2006/relationships/slide" Target="/ppt/slides/slide5.xml" Id="R45217b492b3346ef" /><Relationship Type="http://schemas.openxmlformats.org/officeDocument/2006/relationships/slide" Target="/ppt/slides/slide6.xml" Id="R0ec58d83537b45b6" /><Relationship Type="http://schemas.openxmlformats.org/officeDocument/2006/relationships/slide" Target="/ppt/slides/slide7.xml" Id="Rc6ea4622bbbc491d" /><Relationship Type="http://schemas.openxmlformats.org/officeDocument/2006/relationships/slide" Target="/ppt/slides/slide8.xml" Id="Rb26e37ddcfd24540" /><Relationship Type="http://schemas.openxmlformats.org/officeDocument/2006/relationships/slide" Target="/ppt/slides/slide9.xml" Id="R176ed370ff84451b" /><Relationship Type="http://schemas.openxmlformats.org/officeDocument/2006/relationships/slide" Target="/ppt/slides/slide10.xml" Id="R32ae1869225b40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de657f37694e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c076ad33c44da6" /><Relationship Type="http://schemas.openxmlformats.org/officeDocument/2006/relationships/notesMaster" Target="/ppt/notesMasters/notesMaster1.xml" Id="R0da72be76b2443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7c360a075249c4" /><Relationship Type="http://schemas.openxmlformats.org/officeDocument/2006/relationships/notesMaster" Target="/ppt/notesMasters/notesMaster1.xml" Id="R02ad2a0ac68f49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ae34bb57b44f8" /><Relationship Type="http://schemas.openxmlformats.org/officeDocument/2006/relationships/notesMaster" Target="/ppt/notesMasters/notesMaster1.xml" Id="R7d1d5f8aecb441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c9c241d168475c" /><Relationship Type="http://schemas.openxmlformats.org/officeDocument/2006/relationships/notesMaster" Target="/ppt/notesMasters/notesMaster1.xml" Id="R220cec9de6dc45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f70208d95a4689" /><Relationship Type="http://schemas.openxmlformats.org/officeDocument/2006/relationships/notesMaster" Target="/ppt/notesMasters/notesMaster1.xml" Id="Rdf1dab8031e9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624397197745a5" /><Relationship Type="http://schemas.openxmlformats.org/officeDocument/2006/relationships/notesMaster" Target="/ppt/notesMasters/notesMaster1.xml" Id="R4c178ad72f7643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0d092056de4b19" /><Relationship Type="http://schemas.openxmlformats.org/officeDocument/2006/relationships/notesMaster" Target="/ppt/notesMasters/notesMaster1.xml" Id="Rb58301b2035740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c390b9e04247cc" /><Relationship Type="http://schemas.openxmlformats.org/officeDocument/2006/relationships/notesMaster" Target="/ppt/notesMasters/notesMaster1.xml" Id="R87e753edc31042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038fcb74a6450d" /><Relationship Type="http://schemas.openxmlformats.org/officeDocument/2006/relationships/notesMaster" Target="/ppt/notesMasters/notesMaster1.xml" Id="R73ebdc9483e144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74e41131fe4f57" /><Relationship Type="http://schemas.openxmlformats.org/officeDocument/2006/relationships/notesMaster" Target="/ppt/notesMasters/notesMaster1.xml" Id="Re97fc9674ae2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827b0efac4f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e325f91ea40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408f8d8c241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973bba1c545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c5a595f2944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7543ba7ce4a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1E457A-51AF-47D2-B617-1EC94F07C7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D8C4DA-A08B-40E5-8406-801668ABED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7B4DB8-4EE9-4002-B11F-15FCB0272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EF16A4-723F-4996-B19A-A0C3FEC99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4806A1-DC69-4480-8026-1CE0066B5B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B42BC4-A148-4550-9E5C-47423A936E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624225-1667-4E0A-AD32-5E6B578FAD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1C7A3A-15EB-42A6-8616-0E819000D8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02814E-6D53-42A5-A2D4-47D9083ADE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D690A4-AFAE-46DE-9705-303FBC360B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85a06c885b4ab1" /><Relationship Type="http://schemas.openxmlformats.org/officeDocument/2006/relationships/slideLayout" Target="/ppt/slideLayouts/slideLayout1.xml" Id="R056fd4d897cb4bb4" /><Relationship Type="http://schemas.openxmlformats.org/officeDocument/2006/relationships/slideLayout" Target="/ppt/slideLayouts/slideLayout2.xml" Id="R356190711786482c" /><Relationship Type="http://schemas.openxmlformats.org/officeDocument/2006/relationships/slideLayout" Target="/ppt/slideLayouts/slideLayout3.xml" Id="R11b3b4cec82b4f2b" /><Relationship Type="http://schemas.openxmlformats.org/officeDocument/2006/relationships/slideLayout" Target="/ppt/slideLayouts/slideLayout4.xml" Id="R843d6a7128324ac4" /><Relationship Type="http://schemas.openxmlformats.org/officeDocument/2006/relationships/slideLayout" Target="/ppt/slideLayouts/slideLayout5.xml" Id="R05e28865a77a4eb1" /><Relationship Type="http://schemas.openxmlformats.org/officeDocument/2006/relationships/slideLayout" Target="/ppt/slideLayouts/slideLayout6.xml" Id="R54a50ecfc7eb42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fd4d897cb4bb4"/>
    <p:sldLayoutId xmlns:r="http://schemas.openxmlformats.org/officeDocument/2006/relationships" id="2147483650" r:id="R356190711786482c"/>
    <p:sldLayoutId xmlns:r="http://schemas.openxmlformats.org/officeDocument/2006/relationships" id="2147483651" r:id="R11b3b4cec82b4f2b"/>
    <p:sldLayoutId xmlns:r="http://schemas.openxmlformats.org/officeDocument/2006/relationships" id="2147483652" r:id="R843d6a7128324ac4"/>
    <p:sldLayoutId xmlns:r="http://schemas.openxmlformats.org/officeDocument/2006/relationships" id="2147483653" r:id="R05e28865a77a4eb1"/>
    <p:sldLayoutId xmlns:r="http://schemas.openxmlformats.org/officeDocument/2006/relationships" id="2147483654" r:id="R54a50ecfc7eb42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0425bbe3134b51" /><Relationship Type="http://schemas.openxmlformats.org/officeDocument/2006/relationships/image" Target="/ppt/media/image.png" Id="R75e7fec249cb4132" /><Relationship Type="http://schemas.openxmlformats.org/officeDocument/2006/relationships/notesSlide" Target="/ppt/notesSlides/notesSlide1.xml" Id="Rd2f495de41af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8176c2acf4c92" /><Relationship Type="http://schemas.openxmlformats.org/officeDocument/2006/relationships/image" Target="/ppt/media/image2.png" Id="R7e07472470c8449a" /><Relationship Type="http://schemas.openxmlformats.org/officeDocument/2006/relationships/notesSlide" Target="/ppt/notesSlides/notesSlide2.xml" Id="R26be91253b404b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6fda469504163" /><Relationship Type="http://schemas.openxmlformats.org/officeDocument/2006/relationships/image" Target="/ppt/media/image3.png" Id="Rc9fcbbd9b5ef4e52" /><Relationship Type="http://schemas.openxmlformats.org/officeDocument/2006/relationships/notesSlide" Target="/ppt/notesSlides/notesSlide3.xml" Id="Rec69c806b4b846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dd957bf3146cd" /><Relationship Type="http://schemas.openxmlformats.org/officeDocument/2006/relationships/image" Target="/ppt/media/image4.png" Id="Ra65111624021407e" /><Relationship Type="http://schemas.openxmlformats.org/officeDocument/2006/relationships/notesSlide" Target="/ppt/notesSlides/notesSlide4.xml" Id="R4592240ff83a45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6c882aff14aee" /><Relationship Type="http://schemas.openxmlformats.org/officeDocument/2006/relationships/image" Target="/ppt/media/image5.png" Id="R70400df9763a46cd" /><Relationship Type="http://schemas.openxmlformats.org/officeDocument/2006/relationships/notesSlide" Target="/ppt/notesSlides/notesSlide5.xml" Id="R143611405a8847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6c28724bd48f4" /><Relationship Type="http://schemas.openxmlformats.org/officeDocument/2006/relationships/image" Target="/ppt/media/image6.png" Id="R6f25ad859d2b4cf4" /><Relationship Type="http://schemas.openxmlformats.org/officeDocument/2006/relationships/notesSlide" Target="/ppt/notesSlides/notesSlide6.xml" Id="R7c6a319d562442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03d509200b401d" /><Relationship Type="http://schemas.openxmlformats.org/officeDocument/2006/relationships/image" Target="/ppt/media/image7.png" Id="R571e3e470dd64f1a" /><Relationship Type="http://schemas.openxmlformats.org/officeDocument/2006/relationships/notesSlide" Target="/ppt/notesSlides/notesSlide7.xml" Id="R4a8d9afb18e546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35278f9f04cb0" /><Relationship Type="http://schemas.openxmlformats.org/officeDocument/2006/relationships/image" Target="/ppt/media/image8.png" Id="R5dd28c3f27a44414" /><Relationship Type="http://schemas.openxmlformats.org/officeDocument/2006/relationships/notesSlide" Target="/ppt/notesSlides/notesSlide8.xml" Id="Rce8ed1b111cc46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fbfc3cbfc4467" /><Relationship Type="http://schemas.openxmlformats.org/officeDocument/2006/relationships/image" Target="/ppt/media/image9.png" Id="Rc646e665b8364e6b" /><Relationship Type="http://schemas.openxmlformats.org/officeDocument/2006/relationships/notesSlide" Target="/ppt/notesSlides/notesSlide9.xml" Id="Rc3bb1811c09948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5824a92bb48a3" /><Relationship Type="http://schemas.openxmlformats.org/officeDocument/2006/relationships/image" Target="/ppt/media/image10.png" Id="R1971a6beb1c24700" /><Relationship Type="http://schemas.openxmlformats.org/officeDocument/2006/relationships/notesSlide" Target="/ppt/notesSlides/notesSlide10.xml" Id="R8c4ac328baa54b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34805-4962-4885-807C-E8C70ED92D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7fec249cb41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03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02FA5-D2DE-4781-AC1B-6142A8A8A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7472470c8449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23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F4F81-782D-432E-95E0-0A408515F7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cbbd9b5ef4e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62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432DD-8A0C-4248-AEC6-C9093C4E8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11162402140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50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693D2-8B85-4E5D-8A40-6F8F2E4316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00df9763a46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23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47F3D-A894-4EE5-A6B8-36686AA06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5ad859d2b4c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8941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1A1B7-5ECB-46E0-822B-0CDF42754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e3e470dd64f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988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059B6-4C2B-4F5E-95CD-3FDF65965F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28c3f27a444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42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5FFEB-D49D-4484-A835-967869FDEB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6e665b8364e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28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6E814-B05F-4AEA-807F-3243198AC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1a6beb1c247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18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2026-10-20T14:48:47.0500000Z</dcterms:created>
  <dcterms:modified xsi:type="dcterms:W3CDTF">2026-10-20T14:48:47.0500000Z</dcterms:modified>
</coreProperties>
</file>