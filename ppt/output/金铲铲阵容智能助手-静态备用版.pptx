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d1c82acd646d4" /><Relationship Type="http://schemas.openxmlformats.org/officeDocument/2006/relationships/extended-properties" Target="/docProps/app.xml" Id="Ree12b1e1e10744fd" /><Relationship Type="http://schemas.openxmlformats.org/officeDocument/2006/relationships/officeDocument" Target="/ppt/presentation.xml" Id="R76aedf631dcd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0e0b2fe5545b4"/>
  </p:sldMasterIdLst>
  <p:notesMasterIdLst>
    <p:notesMasterId xmlns:r="http://schemas.openxmlformats.org/officeDocument/2006/relationships" r:id="Rfd16d110d60b406f"/>
  </p:notesMasterIdLst>
  <p:sldIdLst>
    <p:sldId xmlns:r="http://schemas.openxmlformats.org/officeDocument/2006/relationships" id="256" r:id="R59deee8cd418453e"/>
    <p:sldId xmlns:r="http://schemas.openxmlformats.org/officeDocument/2006/relationships" id="257" r:id="R5ec828e7b2ff405a"/>
    <p:sldId xmlns:r="http://schemas.openxmlformats.org/officeDocument/2006/relationships" id="258" r:id="R4c69a66737ec407d"/>
    <p:sldId xmlns:r="http://schemas.openxmlformats.org/officeDocument/2006/relationships" id="259" r:id="Rb73519d5f2f34f2a"/>
    <p:sldId xmlns:r="http://schemas.openxmlformats.org/officeDocument/2006/relationships" id="260" r:id="Rbd35873796ab4675"/>
    <p:sldId xmlns:r="http://schemas.openxmlformats.org/officeDocument/2006/relationships" id="261" r:id="R62a05c8bbb5945d6"/>
    <p:sldId xmlns:r="http://schemas.openxmlformats.org/officeDocument/2006/relationships" id="262" r:id="Rc1744d4dd74a489d"/>
    <p:sldId xmlns:r="http://schemas.openxmlformats.org/officeDocument/2006/relationships" id="263" r:id="R6634c54431344661"/>
    <p:sldId xmlns:r="http://schemas.openxmlformats.org/officeDocument/2006/relationships" id="264" r:id="Rc19aab1c99eb40c3"/>
    <p:sldId xmlns:r="http://schemas.openxmlformats.org/officeDocument/2006/relationships" id="265" r:id="R012837e26f04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557b860c84605" /><Relationship Type="http://schemas.openxmlformats.org/officeDocument/2006/relationships/slideMaster" Target="/ppt/slideMasters/slideMaster1.xml" Id="R30d0e0b2fe5545b4" /><Relationship Type="http://schemas.openxmlformats.org/officeDocument/2006/relationships/notesMaster" Target="/ppt/notesMasters/notesMaster1.xml" Id="Rfd16d110d60b406f" /><Relationship Type="http://schemas.openxmlformats.org/officeDocument/2006/relationships/presProps" Target="/ppt/presProps.xml" Id="R2c0980d53682401d" /><Relationship Type="http://schemas.openxmlformats.org/officeDocument/2006/relationships/tableStyles" Target="/ppt/tableStyles.xml" Id="R59c94353e6944f7c" /><Relationship Type="http://schemas.openxmlformats.org/officeDocument/2006/relationships/slide" Target="/ppt/slides/slide1.xml" Id="R59deee8cd418453e" /><Relationship Type="http://schemas.openxmlformats.org/officeDocument/2006/relationships/slide" Target="/ppt/slides/slide2.xml" Id="R5ec828e7b2ff405a" /><Relationship Type="http://schemas.openxmlformats.org/officeDocument/2006/relationships/slide" Target="/ppt/slides/slide3.xml" Id="R4c69a66737ec407d" /><Relationship Type="http://schemas.openxmlformats.org/officeDocument/2006/relationships/slide" Target="/ppt/slides/slide4.xml" Id="Rb73519d5f2f34f2a" /><Relationship Type="http://schemas.openxmlformats.org/officeDocument/2006/relationships/slide" Target="/ppt/slides/slide5.xml" Id="Rbd35873796ab4675" /><Relationship Type="http://schemas.openxmlformats.org/officeDocument/2006/relationships/slide" Target="/ppt/slides/slide6.xml" Id="R62a05c8bbb5945d6" /><Relationship Type="http://schemas.openxmlformats.org/officeDocument/2006/relationships/slide" Target="/ppt/slides/slide7.xml" Id="Rc1744d4dd74a489d" /><Relationship Type="http://schemas.openxmlformats.org/officeDocument/2006/relationships/slide" Target="/ppt/slides/slide8.xml" Id="R6634c54431344661" /><Relationship Type="http://schemas.openxmlformats.org/officeDocument/2006/relationships/slide" Target="/ppt/slides/slide9.xml" Id="Rc19aab1c99eb40c3" /><Relationship Type="http://schemas.openxmlformats.org/officeDocument/2006/relationships/slide" Target="/ppt/slides/slide10.xml" Id="R012837e26f04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e960bf78447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3c6501dbcd452b" /><Relationship Type="http://schemas.openxmlformats.org/officeDocument/2006/relationships/notesMaster" Target="/ppt/notesMasters/notesMaster1.xml" Id="R2e83826b28d847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ead50bfb54f7d" /><Relationship Type="http://schemas.openxmlformats.org/officeDocument/2006/relationships/notesMaster" Target="/ppt/notesMasters/notesMaster1.xml" Id="R8ec53654e63a4d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335e2934641ed" /><Relationship Type="http://schemas.openxmlformats.org/officeDocument/2006/relationships/notesMaster" Target="/ppt/notesMasters/notesMaster1.xml" Id="Rb225ea9aa67a4c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800e047704643" /><Relationship Type="http://schemas.openxmlformats.org/officeDocument/2006/relationships/notesMaster" Target="/ppt/notesMasters/notesMaster1.xml" Id="R0ac0ad839e70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d0358304842f0" /><Relationship Type="http://schemas.openxmlformats.org/officeDocument/2006/relationships/notesMaster" Target="/ppt/notesMasters/notesMaster1.xml" Id="Red0494a41ca845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1a592e32434bb5" /><Relationship Type="http://schemas.openxmlformats.org/officeDocument/2006/relationships/notesMaster" Target="/ppt/notesMasters/notesMaster1.xml" Id="R2c1b3602c93d4d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d07c632b264b98" /><Relationship Type="http://schemas.openxmlformats.org/officeDocument/2006/relationships/notesMaster" Target="/ppt/notesMasters/notesMaster1.xml" Id="R0c8b1bd08998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bc75d570e54919" /><Relationship Type="http://schemas.openxmlformats.org/officeDocument/2006/relationships/notesMaster" Target="/ppt/notesMasters/notesMaster1.xml" Id="Rd7469205a4ce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8622860f0544b3" /><Relationship Type="http://schemas.openxmlformats.org/officeDocument/2006/relationships/notesMaster" Target="/ppt/notesMasters/notesMaster1.xml" Id="R96b28376563349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6102fe18e4137" /><Relationship Type="http://schemas.openxmlformats.org/officeDocument/2006/relationships/notesMaster" Target="/ppt/notesMasters/notesMaster1.xml" Id="R1bafc195da14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a375cfd0249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f3e9d79a74d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5ec92358642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48ec8a1f047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1902176844e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b0d203a35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0F8F79-EF2B-4F84-8852-27B10B418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72E70D-99F9-4488-BE7F-16FF45CEC2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DAE536-4172-4A2F-A08A-E53889938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CC041C-46F7-4B6A-83B3-15059E739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D0AA28-EF24-49FF-A32E-1FACBB57F4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8A2E15-30DE-4C3B-9818-1266420A0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31060-B0B5-4129-8D1B-B8BE9E4EC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FA6720-7F61-454A-91D9-AC15DA167D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A240D7-A174-4F3E-8954-4814102E1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B573A2-E88A-4CDF-BA69-47228E0AD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9e98ee18745cf" /><Relationship Type="http://schemas.openxmlformats.org/officeDocument/2006/relationships/slideLayout" Target="/ppt/slideLayouts/slideLayout1.xml" Id="Rf1051f96674b4f5d" /><Relationship Type="http://schemas.openxmlformats.org/officeDocument/2006/relationships/slideLayout" Target="/ppt/slideLayouts/slideLayout2.xml" Id="R2d961b197be94d82" /><Relationship Type="http://schemas.openxmlformats.org/officeDocument/2006/relationships/slideLayout" Target="/ppt/slideLayouts/slideLayout3.xml" Id="Rbae9bae65ecc4745" /><Relationship Type="http://schemas.openxmlformats.org/officeDocument/2006/relationships/slideLayout" Target="/ppt/slideLayouts/slideLayout4.xml" Id="R3a6d05b7f85c4ec4" /><Relationship Type="http://schemas.openxmlformats.org/officeDocument/2006/relationships/slideLayout" Target="/ppt/slideLayouts/slideLayout5.xml" Id="R3f199673d3d842c5" /><Relationship Type="http://schemas.openxmlformats.org/officeDocument/2006/relationships/slideLayout" Target="/ppt/slideLayouts/slideLayout6.xml" Id="R4edaca51a62e41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051f96674b4f5d"/>
    <p:sldLayoutId xmlns:r="http://schemas.openxmlformats.org/officeDocument/2006/relationships" id="2147483650" r:id="R2d961b197be94d82"/>
    <p:sldLayoutId xmlns:r="http://schemas.openxmlformats.org/officeDocument/2006/relationships" id="2147483651" r:id="Rbae9bae65ecc4745"/>
    <p:sldLayoutId xmlns:r="http://schemas.openxmlformats.org/officeDocument/2006/relationships" id="2147483652" r:id="R3a6d05b7f85c4ec4"/>
    <p:sldLayoutId xmlns:r="http://schemas.openxmlformats.org/officeDocument/2006/relationships" id="2147483653" r:id="R3f199673d3d842c5"/>
    <p:sldLayoutId xmlns:r="http://schemas.openxmlformats.org/officeDocument/2006/relationships" id="2147483654" r:id="R4edaca51a62e41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3ea2f39d7459f" /><Relationship Type="http://schemas.openxmlformats.org/officeDocument/2006/relationships/image" Target="/ppt/media/image.png" Id="R7c3b2cd97c1140d1" /><Relationship Type="http://schemas.openxmlformats.org/officeDocument/2006/relationships/notesSlide" Target="/ppt/notesSlides/notesSlide1.xml" Id="R3721dbe6177f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fd3cf784a4947" /><Relationship Type="http://schemas.openxmlformats.org/officeDocument/2006/relationships/image" Target="/ppt/media/image2.png" Id="Ra9d7b7b13ea344e2" /><Relationship Type="http://schemas.openxmlformats.org/officeDocument/2006/relationships/notesSlide" Target="/ppt/notesSlides/notesSlide2.xml" Id="Rdedeee307e00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640a1aa6e4c3c" /><Relationship Type="http://schemas.openxmlformats.org/officeDocument/2006/relationships/image" Target="/ppt/media/image3.png" Id="R07244cae2f884c82" /><Relationship Type="http://schemas.openxmlformats.org/officeDocument/2006/relationships/notesSlide" Target="/ppt/notesSlides/notesSlide3.xml" Id="R82a70a40c3d74b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0b3a8e1334035" /><Relationship Type="http://schemas.openxmlformats.org/officeDocument/2006/relationships/image" Target="/ppt/media/image4.png" Id="Rd0b7282b870d4c0b" /><Relationship Type="http://schemas.openxmlformats.org/officeDocument/2006/relationships/notesSlide" Target="/ppt/notesSlides/notesSlide4.xml" Id="Ra689a9e79b2e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a367bfb7647c1" /><Relationship Type="http://schemas.openxmlformats.org/officeDocument/2006/relationships/image" Target="/ppt/media/image5.png" Id="R651cd82d15a74f37" /><Relationship Type="http://schemas.openxmlformats.org/officeDocument/2006/relationships/notesSlide" Target="/ppt/notesSlides/notesSlide5.xml" Id="R08666f8aed3744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5b422bbe74cd4" /><Relationship Type="http://schemas.openxmlformats.org/officeDocument/2006/relationships/image" Target="/ppt/media/image6.png" Id="R3026f66d66ed4d43" /><Relationship Type="http://schemas.openxmlformats.org/officeDocument/2006/relationships/notesSlide" Target="/ppt/notesSlides/notesSlide6.xml" Id="R194baed8aca6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8553a5cd24dc6" /><Relationship Type="http://schemas.openxmlformats.org/officeDocument/2006/relationships/image" Target="/ppt/media/image7.png" Id="Ra36b6b29396a409b" /><Relationship Type="http://schemas.openxmlformats.org/officeDocument/2006/relationships/notesSlide" Target="/ppt/notesSlides/notesSlide7.xml" Id="R4d04060076b04e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495e2be6742c0" /><Relationship Type="http://schemas.openxmlformats.org/officeDocument/2006/relationships/image" Target="/ppt/media/image8.png" Id="Rb7081abe41aa432b" /><Relationship Type="http://schemas.openxmlformats.org/officeDocument/2006/relationships/notesSlide" Target="/ppt/notesSlides/notesSlide8.xml" Id="R2d4ad8ec59f04b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9834cb92f4bc1" /><Relationship Type="http://schemas.openxmlformats.org/officeDocument/2006/relationships/image" Target="/ppt/media/image9.png" Id="Rdb0851e6e1454c46" /><Relationship Type="http://schemas.openxmlformats.org/officeDocument/2006/relationships/notesSlide" Target="/ppt/notesSlides/notesSlide9.xml" Id="R820a68ea451f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4923b34264017" /><Relationship Type="http://schemas.openxmlformats.org/officeDocument/2006/relationships/image" Target="/ppt/media/image10.png" Id="Rd76fd348d77749c1" /><Relationship Type="http://schemas.openxmlformats.org/officeDocument/2006/relationships/notesSlide" Target="/ppt/notesSlides/notesSlide10.xml" Id="R5d9bb0c6d11b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F6D76-7E04-4EB4-944D-304B7BDBE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b2cd97c1140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040E2-A4BC-4E79-A0C5-BCA886F9F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b7b13ea344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B32F5-3CAB-4EF7-942F-AD82B4806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44cae2f884c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83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EEBC7-0D15-4F9B-A976-3BD573037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7282b870d4c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597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0C343-0D74-44DF-83B8-EC35A39FA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cd82d15a74f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7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C953A-8377-4804-A67D-F2D381B14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6f66d66ed4d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5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CBF8-7E91-495B-BC78-7BF5D65A13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b6b29396a40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66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4F93E-6790-4BF7-8CC3-6A2AF3B53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81abe41aa43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7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3F127-424E-42E6-87D6-85D160C8F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851e6e1454c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0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5FF8F-6F2D-48B5-8613-C5898B310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fd348d77749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60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2026-10-20T02:50:15.4840000Z</dcterms:created>
  <dcterms:modified xsi:type="dcterms:W3CDTF">2026-10-20T02:50:15.4840000Z</dcterms:modified>
</coreProperties>
</file>